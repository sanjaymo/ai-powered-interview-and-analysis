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5029200" cy="5029200"/>
          </a:xfrm>
          <a:prstGeom prst="ellipse">
            <a:avLst/>
          </a:prstGeom>
          <a:solidFill>
            <a:srgbClr val="1A3A6B">
              <a:alpha val="45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474720" cy="3474720"/>
          </a:xfrm>
          <a:prstGeom prst="ellipse">
            <a:avLst/>
          </a:prstGeom>
          <a:solidFill>
            <a:srgbClr val="4A90D9">
              <a:alpha val="2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FINAL YEAR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Practice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Voice-Driven Interview Simulation with AI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84048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EFF"/>
                </a:solidFill>
              </a:rPr>
              <a:t>Presented by: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Sanjay Choudhari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BF"/>
                </a:solidFill>
              </a:rPr>
              <a:t>GitHub: </a:t>
            </a:r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</a:rPr>
              <a:t>github.com/Sanjaymo   </a:t>
            </a:r>
            <a:pPr indent="0" marL="0">
              <a:buNone/>
            </a:pPr>
            <a:r>
              <a:rPr lang="en-US" sz="1100" b="1" dirty="0">
                <a:solidFill>
                  <a:srgbClr val="8FA3BF"/>
                </a:solidFill>
              </a:rPr>
              <a:t>Live: </a:t>
            </a:r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</a:rPr>
              <a:t>ai-interviewer-frontend-murex.vercel.app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82296" cy="1508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02412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Interview Anxiety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Most candidates struggle with nerves and lack of preparation before real interviews.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82296" cy="1508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40680" y="102412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Costly Coaching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4173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Human mock interviewers and coaching sessions are expensive and hard to schedule.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51760"/>
            <a:ext cx="82296" cy="1508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889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43000" y="27614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No Repetition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1546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Real interviewers can't repeat sessions on-demand with fresh questions every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6517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651760"/>
            <a:ext cx="82296" cy="1508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7889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40680" y="27614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Zero Feedback Loop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31546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Candidates have no structured way to review their past answers and track improvement.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We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EFF"/>
                </a:solidFill>
              </a:rPr>
              <a:t>A full-stack, voice-driven AI interview simulator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411480" cy="4114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Voice Input  —  Speak naturally — Web Speech API transcribes your answer in real 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DEFF"/>
                </a:solidFill>
              </a:rPr>
              <a:t>Voice Input</a:t>
            </a:r>
            <a:pPr indent="0" marL="0">
              <a:buNone/>
            </a:pPr>
            <a:r>
              <a:rPr lang="en-US" sz="1300" dirty="0">
                <a:solidFill>
                  <a:srgbClr val="AABCD0"/>
                </a:solidFill>
              </a:rPr>
              <a:t>  —  Speak naturally — Web Speech API transcribes your answer in real 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167128"/>
            <a:ext cx="411480" cy="4114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67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12140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AI Questions  —  Google Gemini generates context-aware follow-up interview questions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12140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DEFF"/>
                </a:solidFill>
              </a:rPr>
              <a:t>AI Questions</a:t>
            </a:r>
            <a:pPr indent="0" marL="0">
              <a:buNone/>
            </a:pPr>
            <a:r>
              <a:rPr lang="en-US" sz="1300" dirty="0">
                <a:solidFill>
                  <a:srgbClr val="AABCD0"/>
                </a:solidFill>
              </a:rPr>
              <a:t>  —  Google Gemini generates context-aware follow-up interview questions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825496"/>
            <a:ext cx="411480" cy="4114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25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779776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Real-Time Flow  —  Socket.IO streams questions &amp; answers instantly, no page reloads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779776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DEFF"/>
                </a:solidFill>
              </a:rPr>
              <a:t>Real-Time Flow</a:t>
            </a:r>
            <a:pPr indent="0" marL="0">
              <a:buNone/>
            </a:pPr>
            <a:r>
              <a:rPr lang="en-US" sz="1300" dirty="0">
                <a:solidFill>
                  <a:srgbClr val="AABCD0"/>
                </a:solidFill>
              </a:rPr>
              <a:t>  —  Socket.IO streams questions &amp; answers instantly, no page reloads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483864"/>
            <a:ext cx="411480" cy="4114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438144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History &amp; Reports  —  Every session saved to MongoDB; review transcripts anytime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438144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DEFF"/>
                </a:solidFill>
              </a:rPr>
              <a:t>History &amp; Reports</a:t>
            </a:r>
            <a:pPr indent="0" marL="0">
              <a:buNone/>
            </a:pPr>
            <a:r>
              <a:rPr lang="en-US" sz="1300" dirty="0">
                <a:solidFill>
                  <a:srgbClr val="AABCD0"/>
                </a:solidFill>
              </a:rPr>
              <a:t>  —  Every session saved to MongoDB; review transcripts anytime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4142232"/>
            <a:ext cx="411480" cy="4114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42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09651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Auth System  —  Secure signup/login to keep your sessions private and tracked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09651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DEFF"/>
                </a:solidFill>
              </a:rPr>
              <a:t>Auth System</a:t>
            </a:r>
            <a:pPr indent="0" marL="0">
              <a:buNone/>
            </a:pPr>
            <a:r>
              <a:rPr lang="en-US" sz="1300" dirty="0">
                <a:solidFill>
                  <a:srgbClr val="AABCD0"/>
                </a:solidFill>
              </a:rPr>
              <a:t>  —  Secure signup/login to keep your sessions private and tracked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Tech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868680"/>
            <a:ext cx="19659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68680"/>
            <a:ext cx="19659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" y="1572768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08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React 18  +  Vite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" y="2286000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22219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Web Speech API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0624" y="2999232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293522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Socket.IO Client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0624" y="3712464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364845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React Router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14016" y="868680"/>
            <a:ext cx="19659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14016" y="868680"/>
            <a:ext cx="1965960" cy="5029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14016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78608" y="1572768"/>
            <a:ext cx="109728" cy="10972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61488" y="1508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Node.js  +  Express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78608" y="2286000"/>
            <a:ext cx="109728" cy="10972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22219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Socket.IO Server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578608" y="2999232"/>
            <a:ext cx="109728" cy="10972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61488" y="293522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Mongoose ORM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578608" y="3712464"/>
            <a:ext cx="109728" cy="10972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1488" y="364845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REST APIs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0" y="868680"/>
            <a:ext cx="19659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868680"/>
            <a:ext cx="1965960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36592" y="1572768"/>
            <a:ext cx="109728" cy="10972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1508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MongoDB Atlas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36592" y="2286000"/>
            <a:ext cx="109728" cy="10972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2219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User Model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36592" y="2999232"/>
            <a:ext cx="109728" cy="10972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293522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Interview Model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36592" y="3712464"/>
            <a:ext cx="109728" cy="10972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364845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Transcript Storage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729984" y="868680"/>
            <a:ext cx="19659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29984" y="868680"/>
            <a:ext cx="1965960" cy="50292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9984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 /  Cloud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894576" y="1572768"/>
            <a:ext cx="109728" cy="109728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77456" y="1508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Google Gemini API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894576" y="2286000"/>
            <a:ext cx="109728" cy="109728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77456" y="22219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Vercel (Frontend)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894576" y="2999232"/>
            <a:ext cx="109728" cy="109728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77456" y="293522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Render (Backend)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894576" y="3712464"/>
            <a:ext cx="109728" cy="109728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77456" y="364845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MongoDB Atlas Cloud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</a:rPr>
              <a:t>How the components connect end-to-end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011680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898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 Browser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81051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React + Vite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Web Speech API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0" y="1280160"/>
            <a:ext cx="2011680" cy="14173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3898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Backend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81051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Node.js + Express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Socket.IO Server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0" y="1280160"/>
            <a:ext cx="2011680" cy="14173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3898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🗄️  MongoDB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181051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Users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Interviews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0" y="3291840"/>
            <a:ext cx="2011680" cy="141732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0" y="34015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 Gemini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382219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Question Generation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DEEFF"/>
                </a:solidFill>
              </a:rPr>
              <a:t>Context Aware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0" y="1993392"/>
            <a:ext cx="1188720" cy="0"/>
          </a:xfrm>
          <a:prstGeom prst="line">
            <a:avLst/>
          </a:prstGeom>
          <a:noFill/>
          <a:ln w="31750">
            <a:solidFill>
              <a:srgbClr val="4A90D9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2286000" y="1737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</a:rPr>
              <a:t>REST + Socket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0" y="1993392"/>
            <a:ext cx="1188720" cy="0"/>
          </a:xfrm>
          <a:prstGeom prst="line">
            <a:avLst/>
          </a:prstGeom>
          <a:noFill/>
          <a:ln w="31750">
            <a:solidFill>
              <a:srgbClr val="4A90D9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486400" y="1737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</a:rPr>
              <a:t>Mongoose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80560" y="2697480"/>
            <a:ext cx="0" cy="594360"/>
          </a:xfrm>
          <a:prstGeom prst="line">
            <a:avLst/>
          </a:prstGeom>
          <a:noFill/>
          <a:ln w="31750">
            <a:solidFill>
              <a:srgbClr val="F39C1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2926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F"/>
                </a:solidFill>
              </a:rPr>
              <a:t>API Call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560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051560"/>
            <a:ext cx="640080" cy="640080"/>
          </a:xfrm>
          <a:prstGeom prst="ellipse">
            <a:avLst/>
          </a:prstGeom>
          <a:solidFill>
            <a:srgbClr val="4A90D9">
              <a:alpha val="8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🎙️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7556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Voice Recognition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Hands-free answering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via Web Speech API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914400"/>
            <a:ext cx="2560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0" y="1051560"/>
            <a:ext cx="640080" cy="640080"/>
          </a:xfrm>
          <a:prstGeom prst="ellipse">
            <a:avLst/>
          </a:prstGeom>
          <a:solidFill>
            <a:srgbClr val="4A90D9">
              <a:alpha val="8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54680" y="17556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AI Interviewee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5468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Gemini generates smart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follow-up questions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914400"/>
            <a:ext cx="2560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9440" y="1051560"/>
            <a:ext cx="640080" cy="640080"/>
          </a:xfrm>
          <a:prstGeom prst="ellipse">
            <a:avLst/>
          </a:prstGeom>
          <a:solidFill>
            <a:srgbClr val="4A90D9">
              <a:alpha val="8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89320" y="17556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Real-Time Chat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8932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Zero-lag Q&amp;A with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Socket.IO streaming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2560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80160" y="3017520"/>
            <a:ext cx="640080" cy="640080"/>
          </a:xfrm>
          <a:prstGeom prst="ellipse">
            <a:avLst/>
          </a:prstGeom>
          <a:solidFill>
            <a:srgbClr val="4A90D9">
              <a:alpha val="8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0040" y="37216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Interview History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4114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Past sessions saved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and reviewable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54680" y="2880360"/>
            <a:ext cx="2560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0" y="3017520"/>
            <a:ext cx="640080" cy="640080"/>
          </a:xfrm>
          <a:prstGeom prst="ellipse">
            <a:avLst/>
          </a:prstGeom>
          <a:solidFill>
            <a:srgbClr val="4A90D9">
              <a:alpha val="8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154680" y="37216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Session Reports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154680" y="4114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Full transcript with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timestamps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2880360"/>
            <a:ext cx="2560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0" y="3017520"/>
            <a:ext cx="640080" cy="640080"/>
          </a:xfrm>
          <a:prstGeom prst="ellipse">
            <a:avLst/>
          </a:prstGeom>
          <a:solidFill>
            <a:srgbClr val="4A90D9">
              <a:alpha val="8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989320" y="37216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User Auth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89320" y="4114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Secure signup, login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and profile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It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</a:rPr>
              <a:t>User journey from signup to session report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1234440"/>
            <a:ext cx="804672" cy="8046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3444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217627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DEFF"/>
                </a:solidFill>
              </a:rPr>
              <a:t>Sign 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5786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F"/>
                </a:solidFill>
              </a:rPr>
              <a:t>Create account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FA3BF"/>
                </a:solidFill>
              </a:rPr>
              <a:t>with email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83080" y="1636776"/>
            <a:ext cx="347472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40864" y="1234440"/>
            <a:ext cx="804672" cy="8046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40864" y="123444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93392" y="217627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DEFF"/>
                </a:solidFill>
              </a:rPr>
              <a:t>Dashboard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93392" y="25786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F"/>
                </a:solidFill>
              </a:rPr>
              <a:t>Choose role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FA3BF"/>
                </a:solidFill>
              </a:rPr>
              <a:t>&amp; start session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02152" y="1636776"/>
            <a:ext cx="347472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59936" y="1234440"/>
            <a:ext cx="804672" cy="8046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59936" y="123444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12464" y="217627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DEFF"/>
                </a:solidFill>
              </a:rPr>
              <a:t>Interview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12464" y="25786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F"/>
                </a:solidFill>
              </a:rPr>
              <a:t>Speak answers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FA3BF"/>
                </a:solidFill>
              </a:rPr>
              <a:t>via microphone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21224" y="1636776"/>
            <a:ext cx="347472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9008" y="1234440"/>
            <a:ext cx="804672" cy="8046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79008" y="123444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31536" y="217627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DEFF"/>
                </a:solidFill>
              </a:rPr>
              <a:t>AI Responds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31536" y="25786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F"/>
                </a:solidFill>
              </a:rPr>
              <a:t>Gemini sends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FA3BF"/>
                </a:solidFill>
              </a:rPr>
              <a:t>next question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40296" y="1636776"/>
            <a:ext cx="347472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1234440"/>
            <a:ext cx="804672" cy="8046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0" y="123444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50608" y="217627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DEFF"/>
                </a:solidFill>
              </a:rPr>
              <a:t>Report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50608" y="25786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F"/>
                </a:solidFill>
              </a:rPr>
              <a:t>Review full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FA3BF"/>
                </a:solidFill>
              </a:rPr>
              <a:t>transcript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4400" y="3337560"/>
            <a:ext cx="7315200" cy="1325880"/>
          </a:xfrm>
          <a:prstGeom prst="rect">
            <a:avLst/>
          </a:prstGeom>
          <a:solidFill>
            <a:srgbClr val="1A3A6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DEFF"/>
                </a:solidFill>
              </a:rPr>
              <a:t>⚡  Real-Time Layer  (Socket.IO)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382219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join-interview</a:t>
            </a:r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  →  Browser joins room    </a:t>
            </a:r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user-message</a:t>
            </a:r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  →  Answer sent    </a:t>
            </a:r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ai-response</a:t>
            </a:r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  →  Question delivered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Live Demo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0" y="960120"/>
            <a:ext cx="6949440" cy="2286000"/>
          </a:xfrm>
          <a:prstGeom prst="rect">
            <a:avLst/>
          </a:prstGeom>
          <a:solidFill>
            <a:srgbClr val="0D1B3E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0515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🚀  Try It Now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6642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D9"/>
                </a:solidFill>
              </a:rPr>
              <a:t>ai-interviewer-frontend-murex.vercel.app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Hosted on Vercel  ·  Backend on Render  ·  DB on MongoDB Atlas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4930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Use Chrome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Required for Web Speech API microphone access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34290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34930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9184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Allow Mic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251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Click 'Allow' when browser asks for mic permissions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34290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34930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Sign Up Free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4251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Create a new account — no email verification needed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Future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</a:rPr>
              <a:t>What comes next for this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527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EFF"/>
                </a:solidFill>
              </a:rPr>
              <a:t>AI Scoring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Automatic scoring of answers on clarity, relevance, and depth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371600"/>
            <a:ext cx="402336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527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32120" y="14630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EFF"/>
                </a:solidFill>
              </a:rPr>
              <a:t>Multi-Language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Support Hindi, Telugu, and other regional languages via speech APIs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32888"/>
            <a:ext cx="402336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688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262432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EFF"/>
                </a:solidFill>
              </a:rPr>
              <a:t>Role-Based Questions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Domain-specific packs for SDE, Data Science, Management &amp; more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532888"/>
            <a:ext cx="402336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2688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📹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32120" y="262432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EFF"/>
                </a:solidFill>
              </a:rPr>
              <a:t>Video Interview Mode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Record webcam sessions and add body-language feedback via CV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94176"/>
            <a:ext cx="402336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849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78561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EFF"/>
                </a:solidFill>
              </a:rPr>
              <a:t>Leaderboard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Competitive mode to compare practice scores with peers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694176"/>
            <a:ext cx="402336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3849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378561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EFF"/>
                </a:solidFill>
              </a:rPr>
              <a:t>Mobile App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React Native app for on-the-go interview practice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1A3A6B">
              <a:alpha val="45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You! 🙏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2286000" y="1508760"/>
            <a:ext cx="4572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DEFF"/>
                </a:solidFill>
              </a:rPr>
              <a:t>Questions? Let's connect!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2423160"/>
            <a:ext cx="365760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4231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📧  </a:t>
            </a:r>
            <a:pPr algn="ctr" indent="0" marL="0">
              <a:buNone/>
            </a:pPr>
            <a:r>
              <a:rPr lang="en-US" sz="1200" dirty="0">
                <a:solidFill>
                  <a:srgbClr val="C8DEFF"/>
                </a:solidFill>
              </a:rPr>
              <a:t>sanjaychoudhari288@gmail.com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2423160"/>
            <a:ext cx="365760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24231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💼  </a:t>
            </a:r>
            <a:pPr algn="ctr" indent="0" marL="0">
              <a:buNone/>
            </a:pPr>
            <a:r>
              <a:rPr lang="en-US" sz="1200" dirty="0">
                <a:solidFill>
                  <a:srgbClr val="C8DEFF"/>
                </a:solidFill>
              </a:rPr>
              <a:t>linkedin.com/in/sanjaychoudhari09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3154680"/>
            <a:ext cx="365760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1546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🐙  </a:t>
            </a:r>
            <a:pPr algn="ctr" indent="0" marL="0">
              <a:buNone/>
            </a:pPr>
            <a:r>
              <a:rPr lang="en-US" sz="1200" dirty="0">
                <a:solidFill>
                  <a:srgbClr val="C8DEFF"/>
                </a:solidFill>
              </a:rPr>
              <a:t>github.com/Sanjaymo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0" y="3154680"/>
            <a:ext cx="365760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31546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  </a:t>
            </a:r>
            <a:pPr algn="ctr" indent="0" marL="0">
              <a:buNone/>
            </a:pPr>
            <a:r>
              <a:rPr lang="en-US" sz="1200" dirty="0">
                <a:solidFill>
                  <a:srgbClr val="C8DEFF"/>
                </a:solidFill>
              </a:rPr>
              <a:t>sanjaymo.github.io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🚀  ai-interviewer-frontend-murex.vercel.app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Interview Practice</dc:title>
  <dc:subject>PptxGenJS Presentation</dc:subject>
  <dc:creator>Sanjay Choudhari</dc:creator>
  <cp:lastModifiedBy>Sanjay Choudhari</cp:lastModifiedBy>
  <cp:revision>1</cp:revision>
  <dcterms:created xsi:type="dcterms:W3CDTF">2026-05-22T02:09:48Z</dcterms:created>
  <dcterms:modified xsi:type="dcterms:W3CDTF">2026-05-22T02:09:48Z</dcterms:modified>
</cp:coreProperties>
</file>